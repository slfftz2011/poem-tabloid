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1225" y="330200"/>
            <a:ext cx="5008880" cy="6259906"/>
          </a:xfrm>
          <a:prstGeom prst="roundRect">
            <a:avLst/>
          </a:prstGeom>
          <a:solidFill>
            <a:srgbClr val="FFFFFF">
              <a:alpha val="50000"/>
            </a:srgb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>
            <a:spAutoFit/>
          </a:bodyPr>
          <a:lstStyle/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5A4A3A"/>
                </a:solidFill>
                <a:latin typeface="Noto Sans SC" panose="020B0200000000000000" charset="-122"/>
                <a:ea typeface="Noto Sans SC" panose="020B0200000000000000" charset="-122"/>
              </a:rPr>
              <a:t>蕨生</a:t>
            </a:r>
            <a:endParaRPr sz="3200" b="1">
              <a:solidFill>
                <a:srgbClr val="5A4A3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sz="1600" b="1">
                <a:solidFill>
                  <a:srgbClr val="5A4A3A"/>
                </a:solidFill>
                <a:latin typeface="Noto Sans SC" panose="020B0200000000000000" charset="-122"/>
                <a:ea typeface="Noto Sans SC" panose="020B0200000000000000" charset="-122"/>
              </a:rPr>
              <a:t>作</a:t>
            </a:r>
            <a:r>
              <a:rPr lang="en-US" altLang="zh-CN" sz="1600" b="1">
                <a:solidFill>
                  <a:srgbClr val="5A4A3A"/>
                </a:solidFill>
                <a:latin typeface="Noto Sans SC" panose="020B0200000000000000" charset="-122"/>
                <a:ea typeface="Noto Sans SC" panose="020B0200000000000000" charset="-122"/>
              </a:rPr>
              <a:t>/</a:t>
            </a:r>
            <a:r>
              <a:rPr lang="zh-CN" sz="1600" b="1">
                <a:solidFill>
                  <a:srgbClr val="5A4A3A"/>
                </a:solidFill>
                <a:latin typeface="Noto Sans SC" panose="020B0200000000000000" charset="-122"/>
                <a:ea typeface="Noto Sans SC" panose="020B0200000000000000" charset="-122"/>
              </a:rPr>
              <a:t>俞浩煊</a:t>
            </a:r>
            <a:endParaRPr lang="zh-CN" sz="1600" b="1">
              <a:solidFill>
                <a:srgbClr val="5A4A3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蕨生　　　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石隙藏少年锋芒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默长　　　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沉敛亦作光　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自愈　　　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缄行胜世间喧扬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　　　　　　　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扎根不逐浪　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敛痛　　扛　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蓄微光，自彰　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守心　　望　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淬风骨，自昂　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静处　蕴力量</a:t>
            </a:r>
            <a:endParaRPr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6518910" y="342900"/>
            <a:ext cx="5008880" cy="6247130"/>
          </a:xfrm>
          <a:prstGeom prst="roundRect">
            <a:avLst/>
          </a:prstGeom>
          <a:solidFill>
            <a:srgbClr val="FFFFFF">
              <a:alpha val="50000"/>
            </a:srgb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</a:pPr>
            <a:r>
              <a:rPr sz="3200" b="1">
                <a:solidFill>
                  <a:srgbClr val="5A4A3A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静燃</a:t>
            </a:r>
            <a:endParaRPr sz="3200" b="1">
              <a:solidFill>
                <a:srgbClr val="5A4A3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</a:pPr>
            <a:r>
              <a:rPr lang="zh-CN" sz="1600" b="1">
                <a:solidFill>
                  <a:srgbClr val="5A4A3A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作/傅一晨</a:t>
            </a:r>
            <a:endParaRPr lang="zh-CN" sz="1600" b="1">
              <a:solidFill>
                <a:srgbClr val="5A4A3A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晚霞　　　　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与笑颜齐开　　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雁声　　　　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与书香并扬　　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回忆　　　　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似珍藏在碧天大海中的沙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长烟　一空　　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桂香人影下灿烂　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皓月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星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      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晴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春风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 青春　陪 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伴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下      静藏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 泪水　  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泛  	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起　    微光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烛光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        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在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此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刻</a:t>
            </a:r>
            <a:r>
              <a:rPr lang="en-US"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          </a:t>
            </a:r>
            <a:r>
              <a:rPr sz="2400" b="1" kern="1400">
                <a:solidFill>
                  <a:schemeClr val="tx1"/>
                </a:solidFill>
                <a:uFillTx/>
                <a:latin typeface="Noto Sans SC" panose="020B0200000000000000" charset="-122"/>
                <a:ea typeface="Noto Sans SC" panose="020B0200000000000000" charset="-122"/>
                <a:sym typeface="+mn-ea"/>
              </a:rPr>
              <a:t>自亮</a:t>
            </a:r>
            <a:endParaRPr sz="2400" b="1" kern="1400">
              <a:solidFill>
                <a:schemeClr val="tx1"/>
              </a:solidFill>
              <a:uFillTx/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</Words>
  <Application>WPS 演示</Application>
  <PresentationFormat>On-screen Show (4:3)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Noto Sans SC</vt:lpstr>
      <vt:lpstr>字魂111号-金榜招牌体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81840</cp:lastModifiedBy>
  <cp:revision>4</cp:revision>
  <dcterms:created xsi:type="dcterms:W3CDTF">2013-01-27T09:14:00Z</dcterms:created>
  <dcterms:modified xsi:type="dcterms:W3CDTF">2026-10-02T14:34:33Z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XGW3","ProduceID":"9d187febe9190c83f1e2b79fa2b7cd8a_25b35931be3a11f1a05452540064ee0f","ReservedCode1":"umrw6P1rX5GSsw3ay9a3hCFLTtVRwzuICTte7B+3hM52Xz2SnZI3oL3PFeunz0ePH3qzr1E0YTi1wQ3I1ODob3g5AivU9zEfmwg5yMDyTEvOl8ZYlKaXytcaPlb+xMl/i/2Jf83PpyO5cKrgCM2u4rF4QjEuiduRImTF/Jw+yTi2J2zrYwNacAdCpII=","ContentPropagator":"001191440300708461136T1XGW3","PropagateID":"9d187febe9190c83f1e2b79fa2b7cd8a_25b35931be3a11f1a05452540064ee0f","ReservedCode2":"umrw6P1rX5GSsw3ay9a3hCFLTtVRwzuICTte7B+3hM52Xz2SnZI3oL3PFeunz0ePH3qzr1E0YTi1wQ3I1ODob3g5AivU9zEfmwg5yMDyTEvOl8ZYlKaXytcaPlb+xMl/i/2Jf83PpyO5cKrgCM2u4rF4QjEuiduRImTF/Jw+yTi2J2zrYwNacAdCpII="}</vt:lpwstr>
  </property>
  <property fmtid="{D5CDD505-2E9C-101B-9397-08002B2CF9AE}" pid="3" name="KSOProductBuildVer">
    <vt:lpwstr>2052-12.1.0.28043</vt:lpwstr>
  </property>
  <property fmtid="{D5CDD505-2E9C-101B-9397-08002B2CF9AE}" pid="4" name="ICV">
    <vt:lpwstr>30E6C17C5E3D4DE9B99CF9F1AAECCC95_12</vt:lpwstr>
  </property>
</Properties>
</file>